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SYSTEM ARCHITECTURE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2286000"/>
            <a:ext cx="228600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Inter"/>
              </a:defRPr>
            </a:pPr>
            <a:r>
              <a:t>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28346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Inter"/>
              </a:defRPr>
            </a:pPr>
            <a:r>
              <a:t>MOBILE SENDER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Inter"/>
              </a:defRPr>
            </a:pPr>
            <a:r>
              <a:t>Data Packet Node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00400" y="2971800"/>
            <a:ext cx="9144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114800" y="2286000"/>
            <a:ext cx="228600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0624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Inter"/>
              </a:defRPr>
            </a:pPr>
            <a:r>
              <a:t>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28346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Inter"/>
              </a:defRPr>
            </a:pPr>
            <a:r>
              <a:t>ESP32 RELAY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Inter"/>
              </a:defRPr>
            </a:pPr>
            <a:r>
              <a:t>Data Packet Node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0" y="2971800"/>
            <a:ext cx="9144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315200" y="2286000"/>
            <a:ext cx="228600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0664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Inter"/>
              </a:defRPr>
            </a:pPr>
            <a:r>
              <a:t>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0" y="28346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Inter"/>
              </a:defRPr>
            </a:pPr>
            <a:r>
              <a:t>MOBILE RECEIVER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Inter"/>
              </a:defRPr>
            </a:pPr>
            <a:r>
              <a:t>Data Packet Node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ESP32 FIRMWARE LOGIC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1828800"/>
            <a:ext cx="5486400" cy="3657600"/>
          </a:xfrm>
          <a:prstGeom prst="roundRect">
            <a:avLst/>
          </a:prstGeom>
          <a:solidFill>
            <a:srgbClr val="0A0A0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51560" y="1920240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34440" y="1920240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417320" y="1920240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7280" y="2194560"/>
            <a:ext cx="51206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  <a:latin typeface="Courier New"/>
              </a:defRPr>
            </a:pPr>
            <a:r>
              <a:t>void loop() {</a:t>
            </a:r>
            <a:br/>
            <a:r>
              <a:t>    int packetSize = UDP.parsePacket();</a:t>
            </a:r>
            <a:br/>
            <a:r>
              <a:t>    if (packetSize) {</a:t>
            </a:r>
            <a:br/>
            <a:r>
              <a:t>        String type = json["type"];</a:t>
            </a:r>
            <a:br/>
            <a:r>
              <a:t>        if (type == "chat") {</a:t>
            </a:r>
            <a:br/>
            <a:r>
              <a:t>            routePacket(json["payload"], json["to"]);</a:t>
            </a:r>
            <a:br/>
            <a:r>
              <a:t>            blinkLED(GPIO_2);</a:t>
            </a:r>
            <a:br/>
            <a:r>
              <a:t>        }</a:t>
            </a:r>
            <a:br/>
            <a:r>
              <a:t>    }</a:t>
            </a:r>
            <a:br/>
            <a:r>
              <a:t>    checkClientTimeouts();</a:t>
            </a:r>
            <a:br/>
            <a:r>
              <a:t>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22860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Inter"/>
              </a:defRPr>
            </a:pPr>
            <a:r>
              <a:t>• Port: 8888</a:t>
            </a:r>
            <a:br/>
            <a:r>
              <a:t>• Protocol: UDP</a:t>
            </a:r>
            <a:br/>
            <a:r>
              <a:t>• Format: JSON</a:t>
            </a:r>
            <a:br/>
            <a:r>
              <a:t>• Range: ~50m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TECHNOLOGY STACK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1828800"/>
            <a:ext cx="3017520" cy="3657600"/>
          </a:xfrm>
          <a:prstGeom prst="rect">
            <a:avLst/>
          </a:prstGeom>
          <a:solidFill>
            <a:srgbClr val="0F172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Inter"/>
              </a:defRPr>
            </a:pPr>
            <a:r>
              <a:t>KOTLIN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2743200"/>
            <a:ext cx="2651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Inter"/>
              </a:defRPr>
            </a:pPr>
            <a:r>
              <a:t>Jetpack Compose</a:t>
            </a:r>
            <a:br/>
            <a:r>
              <a:t>Room DB</a:t>
            </a:r>
            <a:br/>
            <a:r>
              <a:t>Coroutines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1828800"/>
            <a:ext cx="3017520" cy="3657600"/>
          </a:xfrm>
          <a:prstGeom prst="rect">
            <a:avLst/>
          </a:prstGeom>
          <a:solidFill>
            <a:srgbClr val="0F172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Inter"/>
              </a:defRPr>
            </a:pPr>
            <a:r>
              <a:t>C++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2743200"/>
            <a:ext cx="2651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Inter"/>
              </a:defRPr>
            </a:pPr>
            <a:r>
              <a:t>Arduino SDK</a:t>
            </a:r>
            <a:br/>
            <a:r>
              <a:t>WiFi.h</a:t>
            </a:r>
            <a:br/>
            <a:r>
              <a:t>ArduinoJson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1828800"/>
            <a:ext cx="3017520" cy="3657600"/>
          </a:xfrm>
          <a:prstGeom prst="rect">
            <a:avLst/>
          </a:prstGeom>
          <a:solidFill>
            <a:srgbClr val="0F172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0" y="2011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Inter"/>
              </a:defRPr>
            </a:pPr>
            <a:r>
              <a:t>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743200"/>
            <a:ext cx="2651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Inter"/>
              </a:defRPr>
            </a:pPr>
            <a:r>
              <a:t>UDP Protocol</a:t>
            </a:r>
            <a:br/>
            <a:r>
              <a:t>Local Mesh</a:t>
            </a:r>
            <a:br/>
            <a:r>
              <a:t>Specifier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satyajeet chavan</cp:lastModifiedBy>
  <cp:revision>2</cp:revision>
  <dcterms:created xsi:type="dcterms:W3CDTF">2013-01-27T09:14:16Z</dcterms:created>
  <dcterms:modified xsi:type="dcterms:W3CDTF">2026-03-09T17:31:55Z</dcterms:modified>
  <cp:category/>
</cp:coreProperties>
</file>