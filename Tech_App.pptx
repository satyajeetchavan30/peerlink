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onut 3"/>
          <p:cNvSpPr/>
          <p:nvPr/>
        </p:nvSpPr>
        <p:spPr>
          <a:xfrm>
            <a:off x="4267047" y="731520"/>
            <a:ext cx="3657600" cy="3657600"/>
          </a:xfrm>
          <a:prstGeom prst="donut">
            <a:avLst/>
          </a:prstGeom>
          <a:noFill/>
          <a:ln w="19050">
            <a:solidFill>
              <a:srgbClr val="14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Inter"/>
              </a:defRPr>
            </a:pPr>
            <a:r>
              <a:t>PEERLINK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Inter"/>
              </a:defRPr>
            </a:pPr>
            <a:r>
              <a:t>OFFLINE MESH COMMUNICATION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Inter"/>
              </a:defRPr>
            </a:pPr>
            <a:r>
              <a:t>Final Year Project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3AED"/>
                </a:solidFill>
                <a:latin typeface="Inter"/>
              </a:defRPr>
            </a:pPr>
            <a:r>
              <a:t>CORE DEVELOPMENT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754880"/>
            <a:ext cx="2286000" cy="7315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88720" y="507492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Alex Mercer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20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Inter"/>
              </a:defRPr>
            </a:pPr>
            <a:r>
              <a:t>Lead Android Developer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4754880"/>
            <a:ext cx="2286000" cy="7315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49040" y="507492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Sarah Chen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120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Inter"/>
              </a:defRPr>
            </a:pPr>
            <a:r>
              <a:t>Firmware &amp; ESP32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754880"/>
            <a:ext cx="2286000" cy="7315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09360" y="507492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Marcus Johnson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20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Inter"/>
              </a:defRPr>
            </a:pPr>
            <a:r>
              <a:t>Network Protocol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4754880"/>
            <a:ext cx="2286000" cy="7315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69680" y="507492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Priya Patel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5120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Inter"/>
              </a:defRPr>
            </a:pPr>
            <a:r>
              <a:t>UI/UX &amp; DB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Inter"/>
              </a:defRPr>
            </a:pPr>
            <a:r>
              <a:t>01. Data Encapsulation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Inter"/>
              </a:defRPr>
            </a:pPr>
            <a:r>
              <a:t>Messages are wrapped in JSON objects containing 'type', 'payload', and 'to' fields for structured routing.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Inter"/>
              </a:defRPr>
            </a:pPr>
            <a:r>
              <a:t>02. Transport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Inter"/>
              </a:defRPr>
            </a:pPr>
            <a:r>
              <a:t>Utilizes UDP Port 8888 for low-latency, connectionless broadcasting across the mesh relay.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80560"/>
            <a:ext cx="100584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Inter"/>
              </a:defRPr>
            </a:pPr>
            <a:r>
              <a:t>03. Asynchronous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Inter"/>
              </a:defRPr>
            </a:pPr>
            <a:r>
              <a:t>Mobile app employs Kotlin Coroutines to manage concurrent network I/O without blocking the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99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satyajeet chavan</cp:lastModifiedBy>
  <cp:revision>2</cp:revision>
  <dcterms:created xsi:type="dcterms:W3CDTF">2013-01-27T09:14:16Z</dcterms:created>
  <dcterms:modified xsi:type="dcterms:W3CDTF">2026-03-09T18:17:07Z</dcterms:modified>
  <cp:category/>
</cp:coreProperties>
</file>