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6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63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nector 22"/>
          <p:cNvSpPr/>
          <p:nvPr/>
        </p:nvSpPr>
        <p:spPr>
          <a:xfrm>
            <a:off x="0" y="0"/>
            <a:ext cx="914400" cy="914400"/>
          </a:xfrm>
          <a:prstGeom prst="flowChartConnector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nnector 23"/>
          <p:cNvSpPr/>
          <p:nvPr/>
        </p:nvSpPr>
        <p:spPr>
          <a:xfrm>
            <a:off x="11277295" y="0"/>
            <a:ext cx="914400" cy="914400"/>
          </a:xfrm>
          <a:prstGeom prst="flowChartConnector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0" y="3200400"/>
            <a:ext cx="18288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5029200" y="2971800"/>
            <a:ext cx="1371600" cy="1371600"/>
          </a:xfrm>
          <a:prstGeom prst="parallelogram">
            <a:avLst/>
          </a:prstGeom>
          <a:solidFill>
            <a:srgbClr val="6366F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0" y="3200400"/>
            <a:ext cx="18288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657600"/>
            <a:ext cx="13716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00800" y="3657600"/>
            <a:ext cx="137160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